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Props1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viewProps1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6858000" cx="12191675"/>
  <p:notesSz cx="6858000" cy="9144000"/>
  <p:defaultTextStyle>
    <a:defPPr lvl="0">
      <a:defRPr lang="en-US"/>
    </a:defPPr>
    <a:lvl1pPr defTabSz="4572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4572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4572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4572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4572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4572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4572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4572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4572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1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1.xml"/><Relationship Id="rId3" Type="http://schemas.openxmlformats.org/officeDocument/2006/relationships/presProps" Target="presProps1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4200" b="1">
                <a:solidFill>
                  <a:srgbClr val="FFD447"/>
                </a:solidFill>
                <a:latin typeface="Aptos"/>
              </a:rPr>
              <a:t>WELCOME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Aptos"/>
              </a:rPr>
              <a:t>TN SKILL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48840"/>
            <a:ext cx="1069848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ptos"/>
              </a:rPr>
              <a:t>PROJECT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71800"/>
            <a:ext cx="1069848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4800" b="1">
                <a:solidFill>
                  <a:srgbClr val="FFD447"/>
                </a:solidFill>
                <a:latin typeface="Aptos"/>
              </a:rPr>
              <a:t>COMICCRAFT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86200"/>
            <a:ext cx="106984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0">
                <a:solidFill>
                  <a:srgbClr val="2EC4E6"/>
                </a:solidFill>
                <a:latin typeface="Aptos"/>
              </a:rPr>
              <a:t>AI-powered Comic Story Creator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572000"/>
            <a:ext cx="106984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BCA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486400"/>
            <a:ext cx="106984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900" b="1">
                <a:solidFill>
                  <a:srgbClr val="D6285F"/>
                </a:solidFill>
                <a:latin typeface="Aptos"/>
              </a:rPr>
              <a:t>Let's begin!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19088"/>
            <a:ext cx="3657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900" b="1">
                <a:solidFill>
                  <a:srgbClr val="1B1A3B"/>
                </a:solidFill>
                <a:latin typeface="Aptos"/>
              </a:rPr>
              <a:t>TEAM MEMBERS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32688"/>
            <a:ext cx="73152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D6285F"/>
                </a:solidFill>
                <a:latin typeface="Aptos"/>
              </a:rPr>
              <a:t>TN Skill Project • ComicCraft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" y="1234440"/>
            <a:ext cx="576072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1B1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05840" y="1234440"/>
            <a:ext cx="73152" cy="713232"/>
          </a:xfrm>
          <a:prstGeom prst="rect">
            <a:avLst/>
          </a:prstGeom>
          <a:solidFill>
            <a:srgbClr val="FFD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1280160"/>
            <a:ext cx="310896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1B1A3B"/>
                </a:solidFill>
                <a:latin typeface="Aptos"/>
              </a:rPr>
              <a:t>K.Desavalli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280160"/>
            <a:ext cx="18288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0">
                <a:solidFill>
                  <a:srgbClr val="2D2C41"/>
                </a:solidFill>
                <a:latin typeface="Aptos"/>
              </a:rPr>
              <a:t>BCA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2148840"/>
            <a:ext cx="576072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1B1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0" y="2148840"/>
            <a:ext cx="73152" cy="713232"/>
          </a:xfrm>
          <a:prstGeom prst="rect">
            <a:avLst/>
          </a:prstGeom>
          <a:solidFill>
            <a:srgbClr val="2EC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2194560"/>
            <a:ext cx="310896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1B1A3B"/>
                </a:solidFill>
                <a:latin typeface="Aptos"/>
              </a:rPr>
              <a:t>S.Dharshini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194560"/>
            <a:ext cx="18288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0">
                <a:solidFill>
                  <a:srgbClr val="2D2C41"/>
                </a:solidFill>
                <a:latin typeface="Aptos"/>
              </a:rPr>
              <a:t>BCA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" y="3063240"/>
            <a:ext cx="576072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1B1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05840" y="3063240"/>
            <a:ext cx="73152" cy="713232"/>
          </a:xfrm>
          <a:prstGeom prst="rect">
            <a:avLst/>
          </a:prstGeom>
          <a:solidFill>
            <a:srgbClr val="D628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4440" y="3108960"/>
            <a:ext cx="310896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1B1A3B"/>
                </a:solidFill>
                <a:latin typeface="Aptos"/>
              </a:rPr>
              <a:t>V.Rajeshwari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108960"/>
            <a:ext cx="18288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0">
                <a:solidFill>
                  <a:srgbClr val="2D2C41"/>
                </a:solidFill>
                <a:latin typeface="Aptos"/>
              </a:rPr>
              <a:t>BCA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5840" y="3977639"/>
            <a:ext cx="576072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1B1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05840" y="3977639"/>
            <a:ext cx="73152" cy="713232"/>
          </a:xfrm>
          <a:prstGeom prst="rect">
            <a:avLst/>
          </a:prstGeom>
          <a:solidFill>
            <a:srgbClr val="FFD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34440" y="4023359"/>
            <a:ext cx="310896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1B1A3B"/>
                </a:solidFill>
                <a:latin typeface="Aptos"/>
              </a:rPr>
              <a:t>M.Ramya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4023359"/>
            <a:ext cx="18288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0">
                <a:solidFill>
                  <a:srgbClr val="2D2C41"/>
                </a:solidFill>
                <a:latin typeface="Aptos"/>
              </a:rPr>
              <a:t>BCA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5840" y="4892040"/>
            <a:ext cx="576072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1B1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05840" y="4892040"/>
            <a:ext cx="73152" cy="713232"/>
          </a:xfrm>
          <a:prstGeom prst="rect">
            <a:avLst/>
          </a:prstGeom>
          <a:solidFill>
            <a:srgbClr val="2EC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34440" y="4937759"/>
            <a:ext cx="310896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>
                <a:solidFill>
                  <a:srgbClr val="1B1A3B"/>
                </a:solidFill>
                <a:latin typeface="Aptos"/>
              </a:rPr>
              <a:t>A.Ayiesha Banu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4937759"/>
            <a:ext cx="18288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0">
                <a:solidFill>
                  <a:srgbClr val="2D2C41"/>
                </a:solidFill>
                <a:latin typeface="Aptos"/>
              </a:rPr>
              <a:t>BCA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0" y="2103120"/>
            <a:ext cx="365760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700" b="1">
                <a:solidFill>
                  <a:srgbClr val="D6285F"/>
                </a:solidFill>
                <a:latin typeface="Aptos"/>
              </a:rPr>
              <a:t>COMICCRAFT TEAM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419088"/>
            <a:ext cx="3657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 b="1">
                <a:solidFill>
                  <a:srgbClr val="1B1A3B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900" b="1">
                <a:solidFill>
                  <a:srgbClr val="1B1A3B"/>
                </a:solidFill>
                <a:latin typeface="Aptos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32688"/>
            <a:ext cx="73152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D6285F"/>
                </a:solidFill>
                <a:latin typeface="Aptos"/>
              </a:rPr>
              <a:t>TN Skill Project • ComicCraft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19088"/>
            <a:ext cx="3657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 b="1">
                <a:solidFill>
                  <a:srgbClr val="1B1A3B"/>
                </a:solidFill>
                <a:latin typeface="Aptos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3035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1B1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73152" cy="3474720"/>
          </a:xfrm>
          <a:prstGeom prst="rect">
            <a:avLst/>
          </a:prstGeom>
          <a:solidFill>
            <a:srgbClr val="2EC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508760"/>
            <a:ext cx="4937759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1">
                <a:solidFill>
                  <a:srgbClr val="1B1A3B"/>
                </a:solidFill>
                <a:latin typeface="Aptos"/>
              </a:rPr>
              <a:t>What is ComicCraft?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1993392"/>
            <a:ext cx="4937759" cy="2724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0">
                <a:solidFill>
                  <a:srgbClr val="2D2C41"/>
                </a:solidFill>
                <a:latin typeface="Aptos"/>
              </a:rPr>
              <a:t>ComicCraft is a web application that converts a user's story idea into a five-panel comic using AI.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2120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1B1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73152" cy="3474720"/>
          </a:xfrm>
          <a:prstGeom prst="rect">
            <a:avLst/>
          </a:prstGeom>
          <a:solidFill>
            <a:srgbClr val="FFD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508760"/>
            <a:ext cx="484632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1">
                <a:solidFill>
                  <a:srgbClr val="1B1A3B"/>
                </a:solidFill>
                <a:latin typeface="Aptos"/>
              </a:rPr>
              <a:t>Project Idea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1993392"/>
            <a:ext cx="4846320" cy="2724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0">
                <a:solidFill>
                  <a:srgbClr val="2D2C41"/>
                </a:solidFill>
                <a:latin typeface="Aptos"/>
              </a:rPr>
              <a:t>Story idea → AI story planning → captions &amp; dialogue → images → comic → PDF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900" b="1">
                <a:solidFill>
                  <a:srgbClr val="1B1A3B"/>
                </a:solidFill>
                <a:latin typeface="Aptos"/>
              </a:rP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32688"/>
            <a:ext cx="73152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D6285F"/>
                </a:solidFill>
                <a:latin typeface="Aptos"/>
              </a:rPr>
              <a:t>TN Skill Project • ComicCraft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19088"/>
            <a:ext cx="3657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 b="1">
                <a:solidFill>
                  <a:srgbClr val="1B1A3B"/>
                </a:solidFill>
                <a:latin typeface="Aptos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10058400" cy="4389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100" b="0">
                <a:solidFill>
                  <a:srgbClr val="2D2C41"/>
                </a:solidFill>
                <a:latin typeface="Aptos"/>
              </a:rPr>
              <a:t>• Create comics from a simple story prompt
• Generate an exact five-panel story outline
• Create captions, narration and dialogue
• Generate images for each comic panel
• Preview and export the comic as PDF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900" b="1">
                <a:solidFill>
                  <a:srgbClr val="1B1A3B"/>
                </a:solidFill>
                <a:latin typeface="Aptos"/>
              </a:rPr>
              <a:t>TECHNOLOGIES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32688"/>
            <a:ext cx="73152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D6285F"/>
                </a:solidFill>
                <a:latin typeface="Aptos"/>
              </a:rPr>
              <a:t>TN Skill Project • ComicCraft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19088"/>
            <a:ext cx="3657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 b="1">
                <a:solidFill>
                  <a:srgbClr val="1B1A3B"/>
                </a:solidFill>
                <a:latin typeface="Aptos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34440"/>
            <a:ext cx="53035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1B1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234440"/>
            <a:ext cx="73152" cy="1188720"/>
          </a:xfrm>
          <a:prstGeom prst="rect">
            <a:avLst/>
          </a:prstGeom>
          <a:solidFill>
            <a:srgbClr val="2EC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371600"/>
            <a:ext cx="4937759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1">
                <a:solidFill>
                  <a:srgbClr val="1B1A3B"/>
                </a:solidFill>
                <a:latin typeface="Aptos"/>
              </a:rPr>
              <a:t>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1856232"/>
            <a:ext cx="4937759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0">
                <a:solidFill>
                  <a:srgbClr val="2D2C41"/>
                </a:solidFill>
                <a:latin typeface="Aptos"/>
              </a:rPr>
              <a:t>Main programming language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234440"/>
            <a:ext cx="53035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1B1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234440"/>
            <a:ext cx="73152" cy="1188720"/>
          </a:xfrm>
          <a:prstGeom prst="rect">
            <a:avLst/>
          </a:prstGeom>
          <a:solidFill>
            <a:srgbClr val="FFD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56248" y="1371600"/>
            <a:ext cx="4937759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1">
                <a:solidFill>
                  <a:srgbClr val="1B1A3B"/>
                </a:solidFill>
                <a:latin typeface="Aptos"/>
              </a:rPr>
              <a:t>FastAPI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6248" y="1856232"/>
            <a:ext cx="4937759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0">
                <a:solidFill>
                  <a:srgbClr val="2D2C41"/>
                </a:solidFill>
                <a:latin typeface="Aptos"/>
              </a:rPr>
              <a:t>Web application and API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743200"/>
            <a:ext cx="53035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1B1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2743200"/>
            <a:ext cx="73152" cy="1188720"/>
          </a:xfrm>
          <a:prstGeom prst="rect">
            <a:avLst/>
          </a:prstGeom>
          <a:solidFill>
            <a:srgbClr val="D628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7" y="2880360"/>
            <a:ext cx="4937759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1">
                <a:solidFill>
                  <a:srgbClr val="1B1A3B"/>
                </a:solidFill>
                <a:latin typeface="Aptos"/>
              </a:rPr>
              <a:t>Gemini 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7" y="3364992"/>
            <a:ext cx="4937759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0">
                <a:solidFill>
                  <a:srgbClr val="2D2C41"/>
                </a:solidFill>
                <a:latin typeface="Aptos"/>
              </a:rPr>
              <a:t>Story planning and writing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2743200"/>
            <a:ext cx="53035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1B1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5080" y="2743200"/>
            <a:ext cx="73152" cy="1188720"/>
          </a:xfrm>
          <a:prstGeom prst="rect">
            <a:avLst/>
          </a:prstGeom>
          <a:solidFill>
            <a:srgbClr val="2EC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56248" y="2880360"/>
            <a:ext cx="4937759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1">
                <a:solidFill>
                  <a:srgbClr val="1B1A3B"/>
                </a:solidFill>
                <a:latin typeface="Aptos"/>
              </a:rPr>
              <a:t>Stable Diffusion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56248" y="3364992"/>
            <a:ext cx="4937759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0">
                <a:solidFill>
                  <a:srgbClr val="2D2C41"/>
                </a:solidFill>
                <a:latin typeface="Aptos"/>
              </a:rPr>
              <a:t>Comic image generation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251960"/>
            <a:ext cx="53035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1B1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4251960"/>
            <a:ext cx="73152" cy="1188720"/>
          </a:xfrm>
          <a:prstGeom prst="rect">
            <a:avLst/>
          </a:prstGeom>
          <a:solidFill>
            <a:srgbClr val="FFD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7" y="4389120"/>
            <a:ext cx="4937759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1">
                <a:solidFill>
                  <a:srgbClr val="1B1A3B"/>
                </a:solidFill>
                <a:latin typeface="Aptos"/>
              </a:rPr>
              <a:t>Jinja2 + CSS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7" y="4873752"/>
            <a:ext cx="4937759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0">
                <a:solidFill>
                  <a:srgbClr val="2D2C41"/>
                </a:solidFill>
                <a:latin typeface="Aptos"/>
              </a:rPr>
              <a:t>Web interface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55080" y="4251960"/>
            <a:ext cx="53035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1B1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55080" y="4251960"/>
            <a:ext cx="73152" cy="1188720"/>
          </a:xfrm>
          <a:prstGeom prst="rect">
            <a:avLst/>
          </a:prstGeom>
          <a:solidFill>
            <a:srgbClr val="D628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56248" y="4389120"/>
            <a:ext cx="4937759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1">
                <a:solidFill>
                  <a:srgbClr val="1B1A3B"/>
                </a:solidFill>
                <a:latin typeface="Aptos"/>
              </a:rPr>
              <a:t>FPDF2 + Pillow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56248" y="4873752"/>
            <a:ext cx="4937759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0">
                <a:solidFill>
                  <a:srgbClr val="2D2C41"/>
                </a:solidFill>
                <a:latin typeface="Aptos"/>
              </a:rPr>
              <a:t>PDF and image processing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900" b="1">
                <a:solidFill>
                  <a:srgbClr val="1B1A3B"/>
                </a:solidFill>
                <a:latin typeface="Aptos"/>
              </a:rPr>
              <a:t>SYSTEM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32688"/>
            <a:ext cx="73152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D6285F"/>
                </a:solidFill>
                <a:latin typeface="Aptos"/>
              </a:rPr>
              <a:t>TN Skill Project • ComicCraft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19088"/>
            <a:ext cx="3657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 b="1">
                <a:solidFill>
                  <a:srgbClr val="1B1A3B"/>
                </a:solidFill>
                <a:latin typeface="Aptos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2194560"/>
            <a:ext cx="1600200" cy="1188720"/>
          </a:xfrm>
          <a:prstGeom prst="roundRect">
            <a:avLst/>
          </a:prstGeom>
          <a:solidFill>
            <a:srgbClr val="2EC4E6"/>
          </a:solidFill>
          <a:ln>
            <a:solidFill>
              <a:srgbClr val="1B1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4632" y="2450592"/>
            <a:ext cx="1453896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1B1A3B"/>
                </a:solidFill>
                <a:latin typeface="Aptos"/>
              </a:rPr>
              <a:t>User Input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59152" y="2194560"/>
            <a:ext cx="1600200" cy="1188720"/>
          </a:xfrm>
          <a:prstGeom prst="roundRect">
            <a:avLst/>
          </a:prstGeom>
          <a:solidFill>
            <a:srgbClr val="FFD447"/>
          </a:solidFill>
          <a:ln>
            <a:solidFill>
              <a:srgbClr val="1B1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32304" y="2450592"/>
            <a:ext cx="1453896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1B1A3B"/>
                </a:solidFill>
                <a:latin typeface="Aptos"/>
              </a:rPr>
              <a:t>Gemini AI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6824" y="2194560"/>
            <a:ext cx="1600200" cy="1188720"/>
          </a:xfrm>
          <a:prstGeom prst="roundRect">
            <a:avLst/>
          </a:prstGeom>
          <a:solidFill>
            <a:srgbClr val="D6285F"/>
          </a:solidFill>
          <a:ln>
            <a:solidFill>
              <a:srgbClr val="1B1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79976" y="2450592"/>
            <a:ext cx="1453896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1B1A3B"/>
                </a:solidFill>
                <a:latin typeface="Aptos"/>
              </a:rPr>
              <a:t>Story + Dialogue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4496" y="2194560"/>
            <a:ext cx="1600200" cy="1188720"/>
          </a:xfrm>
          <a:prstGeom prst="roundRect">
            <a:avLst/>
          </a:prstGeom>
          <a:solidFill>
            <a:srgbClr val="2EC4E6"/>
          </a:solidFill>
          <a:ln>
            <a:solidFill>
              <a:srgbClr val="1B1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7648" y="2450592"/>
            <a:ext cx="1453896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1B1A3B"/>
                </a:solidFill>
                <a:latin typeface="Aptos"/>
              </a:rPr>
              <a:t>Image Generation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02167" y="2194560"/>
            <a:ext cx="1600200" cy="1188720"/>
          </a:xfrm>
          <a:prstGeom prst="roundRect">
            <a:avLst/>
          </a:prstGeom>
          <a:solidFill>
            <a:srgbClr val="FFD447"/>
          </a:solidFill>
          <a:ln>
            <a:solidFill>
              <a:srgbClr val="1B1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19" y="2450592"/>
            <a:ext cx="1453896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1B1A3B"/>
                </a:solidFill>
                <a:latin typeface="Aptos"/>
              </a:rPr>
              <a:t>Comic Layout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149839" y="2194560"/>
            <a:ext cx="1600200" cy="1188720"/>
          </a:xfrm>
          <a:prstGeom prst="roundRect">
            <a:avLst/>
          </a:prstGeom>
          <a:solidFill>
            <a:srgbClr val="D6285F"/>
          </a:solidFill>
          <a:ln>
            <a:solidFill>
              <a:srgbClr val="1B1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22991" y="2450592"/>
            <a:ext cx="1453896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1B1A3B"/>
                </a:solidFill>
                <a:latin typeface="Aptos"/>
              </a:rPr>
              <a:t>PDF Export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251960"/>
            <a:ext cx="1024128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1B1A3B"/>
                </a:solidFill>
                <a:latin typeface="Aptos"/>
              </a:rPr>
              <a:t>Prompt → AI content → images → assembled comic → downloadable PDF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900" b="1">
                <a:solidFill>
                  <a:srgbClr val="1B1A3B"/>
                </a:solidFill>
                <a:latin typeface="Aptos"/>
              </a:rPr>
              <a:t>MAIN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32688"/>
            <a:ext cx="73152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D6285F"/>
                </a:solidFill>
                <a:latin typeface="Aptos"/>
              </a:rPr>
              <a:t>TN Skill Project • ComicCraft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19088"/>
            <a:ext cx="3657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 b="1">
                <a:solidFill>
                  <a:srgbClr val="1B1A3B"/>
                </a:solidFill>
                <a:latin typeface="Aptos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33832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1B1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325880"/>
            <a:ext cx="73152" cy="1508760"/>
          </a:xfrm>
          <a:prstGeom prst="rect">
            <a:avLst/>
          </a:prstGeom>
          <a:solidFill>
            <a:srgbClr val="2EC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463039"/>
            <a:ext cx="301752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1">
                <a:solidFill>
                  <a:srgbClr val="1B1A3B"/>
                </a:solidFill>
                <a:latin typeface="Aptos"/>
              </a:rPr>
              <a:t>Story prompt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947672"/>
            <a:ext cx="3017520" cy="7589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0">
                <a:solidFill>
                  <a:srgbClr val="2D2C41"/>
                </a:solidFill>
                <a:latin typeface="Aptos"/>
              </a:rPr>
              <a:t>Easy and structured workflow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325880"/>
            <a:ext cx="33832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1B1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60" y="1325880"/>
            <a:ext cx="73152" cy="1508760"/>
          </a:xfrm>
          <a:prstGeom prst="rect">
            <a:avLst/>
          </a:prstGeom>
          <a:solidFill>
            <a:srgbClr val="FFD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81728" y="1463039"/>
            <a:ext cx="301752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1">
                <a:solidFill>
                  <a:srgbClr val="1B1A3B"/>
                </a:solidFill>
                <a:latin typeface="Aptos"/>
              </a:rPr>
              <a:t>Character &amp; setting selection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1728" y="1947672"/>
            <a:ext cx="3017520" cy="7589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0">
                <a:solidFill>
                  <a:srgbClr val="2D2C41"/>
                </a:solidFill>
                <a:latin typeface="Aptos"/>
              </a:rPr>
              <a:t>Easy and structured workflow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1325880"/>
            <a:ext cx="33832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1B1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75320" y="1325880"/>
            <a:ext cx="73152" cy="1508760"/>
          </a:xfrm>
          <a:prstGeom prst="rect">
            <a:avLst/>
          </a:prstGeom>
          <a:solidFill>
            <a:srgbClr val="D628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76488" y="1463039"/>
            <a:ext cx="301752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1">
                <a:solidFill>
                  <a:srgbClr val="1B1A3B"/>
                </a:solidFill>
                <a:latin typeface="Aptos"/>
              </a:rPr>
              <a:t>Tone and art-style options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6488" y="1947672"/>
            <a:ext cx="3017520" cy="7589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0">
                <a:solidFill>
                  <a:srgbClr val="2D2C41"/>
                </a:solidFill>
                <a:latin typeface="Aptos"/>
              </a:rPr>
              <a:t>Easy and structured workflow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383280"/>
            <a:ext cx="33832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1B1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3383280"/>
            <a:ext cx="73152" cy="1508760"/>
          </a:xfrm>
          <a:prstGeom prst="rect">
            <a:avLst/>
          </a:prstGeom>
          <a:solidFill>
            <a:srgbClr val="2EC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" y="3520440"/>
            <a:ext cx="301752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1">
                <a:solidFill>
                  <a:srgbClr val="1B1A3B"/>
                </a:solidFill>
                <a:latin typeface="Aptos"/>
              </a:rPr>
              <a:t>Five-panel comic generation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" y="4005072"/>
            <a:ext cx="3017520" cy="7589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0">
                <a:solidFill>
                  <a:srgbClr val="2D2C41"/>
                </a:solidFill>
                <a:latin typeface="Aptos"/>
              </a:rPr>
              <a:t>Easy and structured workflow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80560" y="3383280"/>
            <a:ext cx="33832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1B1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3383280"/>
            <a:ext cx="73152" cy="1508760"/>
          </a:xfrm>
          <a:prstGeom prst="rect">
            <a:avLst/>
          </a:prstGeom>
          <a:solidFill>
            <a:srgbClr val="FFD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81728" y="3520440"/>
            <a:ext cx="301752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1">
                <a:solidFill>
                  <a:srgbClr val="1B1A3B"/>
                </a:solidFill>
                <a:latin typeface="Aptos"/>
              </a:rPr>
              <a:t>Comic preview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81728" y="4005072"/>
            <a:ext cx="3017520" cy="7589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0">
                <a:solidFill>
                  <a:srgbClr val="2D2C41"/>
                </a:solidFill>
                <a:latin typeface="Aptos"/>
              </a:rPr>
              <a:t>Easy and structured workflow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75320" y="3383280"/>
            <a:ext cx="33832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1B1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75320" y="3383280"/>
            <a:ext cx="73152" cy="1508760"/>
          </a:xfrm>
          <a:prstGeom prst="rect">
            <a:avLst/>
          </a:prstGeom>
          <a:solidFill>
            <a:srgbClr val="D628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76488" y="3520440"/>
            <a:ext cx="301752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1">
                <a:solidFill>
                  <a:srgbClr val="1B1A3B"/>
                </a:solidFill>
                <a:latin typeface="Aptos"/>
              </a:rPr>
              <a:t>PDF download/export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76488" y="4005072"/>
            <a:ext cx="3017520" cy="7589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0">
                <a:solidFill>
                  <a:srgbClr val="2D2C41"/>
                </a:solidFill>
                <a:latin typeface="Aptos"/>
              </a:rPr>
              <a:t>Easy and structured workflow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900" b="1">
                <a:solidFill>
                  <a:srgbClr val="1B1A3B"/>
                </a:solidFill>
                <a:latin typeface="Aptos"/>
              </a:rPr>
              <a:t>KEY CODE /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32688"/>
            <a:ext cx="73152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D6285F"/>
                </a:solidFill>
                <a:latin typeface="Aptos"/>
              </a:rPr>
              <a:t>TN Skill Project • ComicCraft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19088"/>
            <a:ext cx="3657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 b="1">
                <a:solidFill>
                  <a:srgbClr val="1B1A3B"/>
                </a:solidFill>
                <a:latin typeface="Aptos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10698480" cy="4206240"/>
          </a:xfrm>
          <a:prstGeom prst="roundRect">
            <a:avLst/>
          </a:prstGeom>
          <a:solidFill>
            <a:srgbClr val="1B1A3B"/>
          </a:solidFill>
          <a:ln>
            <a:solidFill>
              <a:srgbClr val="1B1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00200"/>
            <a:ext cx="10241280" cy="3657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ptos"/>
              </a:rPr>
              <a:t>def run_pipeline(prompt, character, setting, tone, style):
    outline = generate_outline(prompt, character, setting, tone, style)
    story = generate_story(outline, character, tone)
    images = generate_images(outline, style)
    layout = build_comic_layout(images, story, outline)
    return save_pdf(layout)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900" b="1">
                <a:solidFill>
                  <a:srgbClr val="1B1A3B"/>
                </a:solidFill>
                <a:latin typeface="Aptos"/>
              </a:rPr>
              <a:t>ADVANTAGES &amp;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32688"/>
            <a:ext cx="73152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D6285F"/>
                </a:solidFill>
                <a:latin typeface="Aptos"/>
              </a:rPr>
              <a:t>TN Skill Project • ComicCraft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19088"/>
            <a:ext cx="3657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 b="1">
                <a:solidFill>
                  <a:srgbClr val="1B1A3B"/>
                </a:solidFill>
                <a:latin typeface="Aptos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530352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1B1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325880"/>
            <a:ext cx="73152" cy="4114800"/>
          </a:xfrm>
          <a:prstGeom prst="rect">
            <a:avLst/>
          </a:prstGeom>
          <a:solidFill>
            <a:srgbClr val="2EC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463039"/>
            <a:ext cx="4937759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1">
                <a:solidFill>
                  <a:srgbClr val="1B1A3B"/>
                </a:solidFill>
                <a:latin typeface="Aptos"/>
              </a:rPr>
              <a:t>Advantages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947672"/>
            <a:ext cx="4937759" cy="33649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0">
                <a:solidFill>
                  <a:srgbClr val="2D2C41"/>
                </a:solidFill>
                <a:latin typeface="Aptos"/>
              </a:rPr>
              <a:t>• Saves time in comic creation
• AI-assisted storytelling
• Modular project structure
• Preview and PDF export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25880"/>
            <a:ext cx="530352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1B1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325880"/>
            <a:ext cx="73152" cy="4114800"/>
          </a:xfrm>
          <a:prstGeom prst="rect">
            <a:avLst/>
          </a:prstGeom>
          <a:solidFill>
            <a:srgbClr val="D628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463039"/>
            <a:ext cx="4937759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1">
                <a:solidFill>
                  <a:srgbClr val="1B1A3B"/>
                </a:solidFill>
                <a:latin typeface="Aptos"/>
              </a:rPr>
              <a:t>Limitations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1947672"/>
            <a:ext cx="4937759" cy="33649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0">
                <a:solidFill>
                  <a:srgbClr val="2D2C41"/>
                </a:solidFill>
                <a:latin typeface="Aptos"/>
              </a:rPr>
              <a:t>• Image generation may be slow
• AI output may need human review
• Requires API/model configuration
• GPU may be needed for local image generation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45720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000" b="1">
                <a:solidFill>
                  <a:srgbClr val="FFD447"/>
                </a:solidFill>
                <a:latin typeface="Aptos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1051560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Aptos"/>
              </a:rPr>
              <a:t>ComicCraft shows how AI can transform a simple story idea into a structured visual comic.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24128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900" b="0">
                <a:solidFill>
                  <a:srgbClr val="FFFFFF"/>
                </a:solidFill>
                <a:latin typeface="Aptos"/>
              </a:rPr>
              <a:t>It combines web development, generative AI, image generation and PDF export in one project.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00600"/>
            <a:ext cx="1024128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3200" b="1">
                <a:solidFill>
                  <a:srgbClr val="2EC4E6"/>
                </a:solidFill>
                <a:latin typeface="Aptos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669280"/>
            <a:ext cx="106984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Aptos"/>
              </a:rPr>
              <a:t>K.Desavalli  •  S.Dharshini  •  V.Rajeshwari  •  M.Ramya  •  A.Ayiesha Banu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